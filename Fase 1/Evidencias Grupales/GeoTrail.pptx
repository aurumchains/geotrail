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nton" charset="1" panose="00000500000000000000"/>
      <p:regular r:id="rId12"/>
    </p:embeddedFont>
    <p:embeddedFont>
      <p:font typeface="Inter" charset="1" panose="020B0502030000000004"/>
      <p:regular r:id="rId13"/>
    </p:embeddedFont>
    <p:embeddedFont>
      <p:font typeface="Inter Bold" charset="1" panose="020B080203000000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VAHU53dbqp8.mp4" Type="http://schemas.openxmlformats.org/officeDocument/2006/relationships/video"/><Relationship Id="rId4" Target="../media/VAHU53dbqp8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291358" y="4563338"/>
            <a:ext cx="22211183" cy="8117178"/>
          </a:xfrm>
          <a:custGeom>
            <a:avLst/>
            <a:gdLst/>
            <a:ahLst/>
            <a:cxnLst/>
            <a:rect r="r" b="b" t="t" l="l"/>
            <a:pathLst>
              <a:path h="8117178" w="22211183">
                <a:moveTo>
                  <a:pt x="0" y="0"/>
                </a:moveTo>
                <a:lnTo>
                  <a:pt x="22211182" y="0"/>
                </a:lnTo>
                <a:lnTo>
                  <a:pt x="22211182" y="8117178"/>
                </a:lnTo>
                <a:lnTo>
                  <a:pt x="0" y="811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53194"/>
            <a:ext cx="9509470" cy="222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5"/>
              </a:lnSpc>
            </a:pPr>
            <a:r>
              <a:rPr lang="en-US" sz="16765" spc="-3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GEOTRAIL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96796"/>
            <a:ext cx="7144891" cy="495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89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Idea Tesis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288115"/>
            <a:ext cx="7424324" cy="1514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5"/>
              </a:lnSpc>
            </a:pPr>
            <a:r>
              <a:rPr lang="en-US" sz="436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FERNANDO CALDERÓN</a:t>
            </a:r>
          </a:p>
          <a:p>
            <a:pPr algn="l">
              <a:lnSpc>
                <a:spcPts val="6105"/>
              </a:lnSpc>
            </a:pPr>
            <a:r>
              <a:rPr lang="en-US" sz="436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DONDUP BERRIOS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1585" y="1445795"/>
            <a:ext cx="4611615" cy="7395410"/>
            <a:chOff x="0" y="0"/>
            <a:chExt cx="714460" cy="11457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4460" cy="1145743"/>
            </a:xfrm>
            <a:custGeom>
              <a:avLst/>
              <a:gdLst/>
              <a:ahLst/>
              <a:cxnLst/>
              <a:rect r="r" b="b" t="t" l="l"/>
              <a:pathLst>
                <a:path h="1145743" w="714460">
                  <a:moveTo>
                    <a:pt x="0" y="0"/>
                  </a:moveTo>
                  <a:lnTo>
                    <a:pt x="714460" y="0"/>
                  </a:lnTo>
                  <a:lnTo>
                    <a:pt x="714460" y="1145743"/>
                  </a:lnTo>
                  <a:lnTo>
                    <a:pt x="0" y="1145743"/>
                  </a:lnTo>
                  <a:close/>
                </a:path>
              </a:pathLst>
            </a:custGeom>
            <a:blipFill>
              <a:blip r:embed="rId2"/>
              <a:stretch>
                <a:fillRect l="-49" t="0" r="-4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82652" y="2137457"/>
            <a:ext cx="9613762" cy="194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615"/>
              </a:lnSpc>
            </a:pPr>
            <a:r>
              <a:rPr lang="en-US" sz="14615" spc="-263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ALCANCE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82652" y="4023734"/>
            <a:ext cx="9302487" cy="342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GeoTrail permite a sus usuarios compartir su ubicacion en tiempo real y mostrar el recorrido realizado con contactos de confianza.</a:t>
            </a:r>
          </a:p>
          <a:p>
            <a:pPr algn="l">
              <a:lnSpc>
                <a:spcPts val="3437"/>
              </a:lnSpc>
            </a:pPr>
          </a:p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 diferencia de servicios similares debido a su enfoque en la seguridad y accesibilidad, cuenta con notificaciones para rutas frecuentes, chat integrado y radios de busqueda en caso de emergencias.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2930" y="1028700"/>
            <a:ext cx="5246370" cy="3921541"/>
            <a:chOff x="0" y="0"/>
            <a:chExt cx="955596" cy="7142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5596" cy="714286"/>
            </a:xfrm>
            <a:custGeom>
              <a:avLst/>
              <a:gdLst/>
              <a:ahLst/>
              <a:cxnLst/>
              <a:rect r="r" b="b" t="t" l="l"/>
              <a:pathLst>
                <a:path h="714286" w="955596">
                  <a:moveTo>
                    <a:pt x="0" y="0"/>
                  </a:moveTo>
                  <a:lnTo>
                    <a:pt x="955596" y="0"/>
                  </a:lnTo>
                  <a:lnTo>
                    <a:pt x="955596" y="714286"/>
                  </a:lnTo>
                  <a:lnTo>
                    <a:pt x="0" y="714286"/>
                  </a:lnTo>
                  <a:close/>
                </a:path>
              </a:pathLst>
            </a:custGeom>
            <a:blipFill>
              <a:blip r:embed="rId2"/>
              <a:stretch>
                <a:fillRect l="0" t="-17" r="0" b="-1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304925"/>
            <a:ext cx="9620250" cy="194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620"/>
              </a:lnSpc>
              <a:spcBef>
                <a:spcPct val="0"/>
              </a:spcBef>
            </a:pPr>
            <a:r>
              <a:rPr lang="en-US" sz="14620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ENFOQUE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62884"/>
            <a:ext cx="9620250" cy="47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4"/>
              </a:lnSpc>
              <a:spcBef>
                <a:spcPct val="0"/>
              </a:spcBef>
            </a:pPr>
            <a:r>
              <a:rPr lang="en-US" sz="246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GeoTrail está diseñada para alcanzar a diversos grupos de usuarios:</a:t>
            </a:r>
          </a:p>
          <a:p>
            <a:pPr algn="l" marL="0" indent="0" lvl="0">
              <a:lnSpc>
                <a:spcPts val="344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44"/>
              </a:lnSpc>
              <a:spcBef>
                <a:spcPct val="0"/>
              </a:spcBef>
            </a:pPr>
            <a:r>
              <a:rPr lang="en-US" sz="246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Deportistas de montaña: trekking, senderismo, trail running y montañismo.</a:t>
            </a:r>
          </a:p>
          <a:p>
            <a:pPr algn="l" marL="0" indent="0" lvl="0">
              <a:lnSpc>
                <a:spcPts val="344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44"/>
              </a:lnSpc>
              <a:spcBef>
                <a:spcPct val="0"/>
              </a:spcBef>
            </a:pPr>
            <a:r>
              <a:rPr lang="en-US" sz="246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Familias: que desean monitorear en tiempo real a sus seres queridos.</a:t>
            </a:r>
          </a:p>
          <a:p>
            <a:pPr algn="l" marL="0" indent="0" lvl="0">
              <a:lnSpc>
                <a:spcPts val="344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44"/>
              </a:lnSpc>
              <a:spcBef>
                <a:spcPct val="0"/>
              </a:spcBef>
            </a:pPr>
            <a:r>
              <a:rPr lang="en-US" sz="246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Grupos organizados: Clubes de aventura, excursiones escolares y tours.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12930" y="5336759"/>
            <a:ext cx="5246370" cy="3921541"/>
            <a:chOff x="0" y="0"/>
            <a:chExt cx="955596" cy="7142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5596" cy="714286"/>
            </a:xfrm>
            <a:custGeom>
              <a:avLst/>
              <a:gdLst/>
              <a:ahLst/>
              <a:cxnLst/>
              <a:rect r="r" b="b" t="t" l="l"/>
              <a:pathLst>
                <a:path h="714286" w="955596">
                  <a:moveTo>
                    <a:pt x="0" y="0"/>
                  </a:moveTo>
                  <a:lnTo>
                    <a:pt x="955596" y="0"/>
                  </a:lnTo>
                  <a:lnTo>
                    <a:pt x="955596" y="714286"/>
                  </a:lnTo>
                  <a:lnTo>
                    <a:pt x="0" y="714286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83048" y="3386261"/>
            <a:ext cx="7921904" cy="379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15"/>
              </a:lnSpc>
            </a:pPr>
            <a:r>
              <a:rPr lang="en-US" sz="14615" spc="-263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DEMO APLICACION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097238" y="623567"/>
            <a:ext cx="4093525" cy="90398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67265" y="4039776"/>
            <a:ext cx="4153469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spc="-179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DAHTmV9HzUE</dc:identifier>
  <dcterms:modified xsi:type="dcterms:W3CDTF">2011-08-01T06:04:30Z</dcterms:modified>
  <cp:revision>1</cp:revision>
  <dc:title>GeoTrail</dc:title>
</cp:coreProperties>
</file>